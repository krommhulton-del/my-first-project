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2377440" cy="566928"/>
          </a:xfrm>
          <a:prstGeom prst="rect">
            <a:avLst/>
          </a:prstGeom>
          <a:solidFill>
            <a:srgbClr val="16243D"/>
          </a:solidFill>
          <a:ln>
            <a:solidFill>
              <a:srgbClr val="F7F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7F5F0"/>
                </a:solidFill>
                <a:latin typeface="Segoe UI"/>
                <a:ea typeface="微软雅黑"/>
              </a:rPr>
              <a:t>答辩汇报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743200"/>
            <a:ext cx="256032" cy="155448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>
                <a:solidFill>
                  <a:srgbClr val="F7F5F0"/>
                </a:solidFill>
                <a:latin typeface="Segoe UI"/>
                <a:ea typeface="微软雅黑"/>
              </a:rPr>
              <a:t>基于内容营销的品牌增长研究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663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0">
                <a:solidFill>
                  <a:srgbClr val="8A93A6"/>
                </a:solidFill>
                <a:latin typeface="Segoe UI"/>
                <a:ea typeface="微软雅黑"/>
              </a:rPr>
              <a:t>答辩人:张三    指导教师:李四    2024年6月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46304" cy="685800"/>
          </a:xfrm>
          <a:prstGeom prst="rect">
            <a:avLst/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6243D"/>
                </a:solidFill>
                <a:latin typeface="Segoe UI"/>
                <a:ea typeface="微软雅黑"/>
              </a:rPr>
              <a:t>研究背景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2194560" cy="128016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9966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社交媒体改变了信息获取方式</a:t>
            </a:r>
          </a:p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消费者决策路径变长</a:t>
            </a:r>
          </a:p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品牌需要持续内容供给</a:t>
            </a:r>
          </a:p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传统广告转化率下降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2636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3A6"/>
                </a:solidFill>
                <a:latin typeface="Segoe UI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46304" cy="685800"/>
          </a:xfrm>
          <a:prstGeom prst="rect">
            <a:avLst/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6243D"/>
                </a:solidFill>
                <a:latin typeface="Segoe UI"/>
                <a:ea typeface="微软雅黑"/>
              </a:rPr>
              <a:t>研究方法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2194560" cy="128016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9966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问卷调查:回收有效样本 320 份</a:t>
            </a:r>
          </a:p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深度访谈:12 位品牌运营负责人</a:t>
            </a:r>
          </a:p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数据分析:结构方程模型 SEM</a:t>
            </a:r>
          </a:p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案例研究:3 个新消费品牌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2636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3A6"/>
                </a:solidFill>
                <a:latin typeface="Segoe UI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46304" cy="685800"/>
          </a:xfrm>
          <a:prstGeom prst="rect">
            <a:avLst/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6243D"/>
                </a:solidFill>
                <a:latin typeface="Segoe UI"/>
                <a:ea typeface="微软雅黑"/>
              </a:rPr>
              <a:t>研究结论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2194560" cy="128016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9966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内容质量正向影响品牌信任</a:t>
            </a:r>
          </a:p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互动频率是关键中介变量</a:t>
            </a:r>
          </a:p>
          <a:p>
            <a:pPr>
              <a:lnSpc>
                <a:spcPct val="125000"/>
              </a:lnSpc>
              <a:spcAft>
                <a:spcPts val="1400"/>
              </a:spcAft>
              <a:buClr>
                <a:srgbClr val="E4572E"/>
              </a:buClr>
              <a:buFont typeface="Arial"/>
              <a:buChar char="▍"/>
            </a:pPr>
            <a:r>
              <a:rPr sz="2200" b="1">
                <a:solidFill>
                  <a:srgbClr val="16243D"/>
                </a:solidFill>
                <a:latin typeface="Segoe UI"/>
                <a:ea typeface="微软雅黑"/>
              </a:rPr>
              <a:t>垂直内容比泛内容转化更高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2636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3A6"/>
                </a:solidFill>
                <a:latin typeface="Segoe UI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