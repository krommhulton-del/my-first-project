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大家好，我的策划是《纸上花火》。一句话——戴上头显，回到我们 QQ 空间、花火杂志的那个夏天。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它不是一个要赢的游戏，是一座可以走进去的、属于一代人的记忆博物馆。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怀旧是这几年最强的情绪，但没人让你真正走回去。VR 能做到，这就是我的切入点。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这群人是消费主力又最吃怀旧；线下展览和联名是它天然的商业出口。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一进门，你就该脱口而出：这就是我那时候的房间。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玩法很轻：自由地翻、看、听。每唤醒一件旧物，得到一片记忆。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每件旧物都是一段记忆的钥匙。重点说两个：开机进 QQ 空间，闪图、非主流签名、自动播放的空间音乐全回来了；还有写一封寄不出的信。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光看会腻，所以我设计了两个主动仪式。写信，是把没说出口的话交给那个夏天；它不会寄出，但你放下了。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美术是命门。我用后处理把画面压成一张会动的旧照片，这是它和普通 3D 场景最大的区别。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用主流 VR 管线，UI 两种模式都用上，专门做了防眩晕。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结尾让整个房间在夕阳里慢慢褪色、化成光飘散——美好转瞬即逝，你完成了对青春的告别。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声音是怀旧的另一半。年代金曲用原创致敬版，规避版权又保留那个味道。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它不止是作业：怀旧自带传播力，线下展览和联名是清晰的落地路径。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《纸上花火》——把一代人的青春，温柔地收藏一次。谢谢大家。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关键视觉_卧室黄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93776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EBD8"/>
                </a:solidFill>
                <a:latin typeface="思源宋体"/>
                <a:ea typeface="思源宋体"/>
                <a:cs typeface="思源宋体"/>
              </a:rPr>
              <a:t>纸上花火 · Paper Fireworks</a:t>
            </a:r>
          </a:p>
          <a:p>
            <a:r>
              <a:rPr sz="18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一台走得进去的青春时光机 · 古早怀旧主题 VR 体验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一句话概念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戴上头显，回到 2005–2012 那个 QQ 空间、非主流、花火杂志的年代，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在一间被时光封存的少女卧室里，翻动每一件旧物，唤醒一段记忆，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完成一次对青春的温柔告别。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为什么做它 · 立意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母题：美好转瞬即逝；每个人的青春都值得被温柔收藏一次。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情绪关键词：怀旧 · 治愈 · 沉浸 · 温柔的告别。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市面怀旧多是图片与短视频，没人让你真正「走回去」——VR 能做到。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目标用户与市场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核心：90/95 后（QQ 空间原住民）；扩展：Y2K 美学党、治愈体验玩家。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场景：个人头显 / 线下怀旧快闪展览 / 品牌联名（汽水·文具·音乐 App）。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世界观与场景</a:t>
            </a:r>
          </a:p>
        </p:txBody>
      </p:sp>
      <p:pic>
        <p:nvPicPr>
          <p:cNvPr id="4" name="Picture 3" descr="01_关键视觉_卧室黄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1554480"/>
            <a:ext cx="6035040" cy="3394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4510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一间 12㎡ 千禧少女卧室：碎花床、海报墙、CRT 电脑+QQ、卡带机、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梳妆台、铁皮文具盒、相片墙，窗外黄昏蝉鸣。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用「道具密度」而非「场景大小」堆沉浸感。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核心玩法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第一人称 VR 漫游 + 手柄交互。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唤醒旧物 → 收集记忆碎片 → 集齐解锁结局。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无失败、无倒计时、治愈向。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亮点 · 会说话的旧物</a:t>
            </a:r>
          </a:p>
        </p:txBody>
      </p:sp>
      <p:pic>
        <p:nvPicPr>
          <p:cNvPr id="4" name="Picture 3" descr="02_WorldSpaceUI_QQ空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1554480"/>
            <a:ext cx="6035040" cy="3394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4510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台式机 → QQ 空间（闪图、非主流签名、自动播放空间音乐）。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卡带机 → 那年的歌；杂志 → 竖排言情；同学录 → 毕业留言。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拍立得 → 拍照留念；信纸 → 写一封寄不出的信。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情感仪式 · 让怀旧变成参与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① 写一封寄不出的信 → 信化作光飘出窗外。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② 拍立得留念 → 贴上相片墙。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把「看」变成「参与」，情感更深。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美术风格</a:t>
            </a:r>
          </a:p>
        </p:txBody>
      </p:sp>
      <p:pic>
        <p:nvPicPr>
          <p:cNvPr id="4" name="Picture 3" descr="03_花火杂志_竖排金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1554480"/>
            <a:ext cx="6035040" cy="3394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4510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千禧 Y2K × 古早言情 × 非主流：暖黄夕照 + 玫红网格 + 衬线竖排。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电影级怀旧后处理：暖调 + 暗角 + 胶片颗粒 + 泛黄。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把「塑料 3D」压成「会动的旧照片」。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技术方案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Unity + URP（Bloom/调色/颗粒/暗角）。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XR Interaction Toolkit（手柄射线 + 抓取）；TextMeshPro 竖排。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UI 两模式：Overlay（系统/进度）+ WorldSpace（QQ/杂志贴物体）。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防眩晕：瞬移 + 舒适转向 + 暗角；可出桌面演示版。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叙事流程</a:t>
            </a:r>
          </a:p>
        </p:txBody>
      </p:sp>
      <p:pic>
        <p:nvPicPr>
          <p:cNvPr id="4" name="Picture 3" descr="04_结局_褪色光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1554480"/>
            <a:ext cx="6035040" cy="3394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4510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黄昏入场 → 探索唤醒 → 集齐记忆（推到入夜）→ 写信 → 拍照 →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房间褪色光化、旧物飘散 → 落款金句。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音乐与音效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原创年代感主题曲（钢琴 + 卡带底噪）。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环境音：蝉鸣 / 电扇 / 拨号上网 / QQ 提示音。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全部原创或免版税，规避版权。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9664"/>
                </a:solidFill>
                <a:latin typeface="思源宋体"/>
                <a:ea typeface="思源宋体"/>
                <a:cs typeface="思源宋体"/>
              </a:rPr>
              <a:t>商业与展览价值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怀旧 = 强情绪流量；每帧可截图传播。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E8DFD3"/>
                </a:solidFill>
                <a:latin typeface="微软雅黑"/>
                <a:ea typeface="微软雅黑"/>
                <a:cs typeface="微软雅黑"/>
              </a:rPr>
              <a:t>· 适配线下怀旧快闪展览 + 品牌联名；长尾话题强。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EBD8"/>
                </a:solidFill>
                <a:latin typeface="思源宋体"/>
                <a:ea typeface="思源宋体"/>
                <a:cs typeface="思源宋体"/>
              </a:rPr>
              <a:t>那年夏天，我们都以为来日方长。</a:t>
            </a:r>
          </a:p>
          <a:p>
            <a:pPr algn="ctr"/>
            <a:r>
              <a:rPr sz="1600" b="0">
                <a:solidFill>
                  <a:srgbClr val="B89664"/>
                </a:solidFill>
                <a:latin typeface="微软雅黑"/>
                <a:ea typeface="微软雅黑"/>
                <a:cs typeface="微软雅黑"/>
              </a:rPr>
              <a:t>纸上花火 · 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