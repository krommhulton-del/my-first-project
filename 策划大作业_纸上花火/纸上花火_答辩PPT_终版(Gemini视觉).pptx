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大家好，我的策划是《纸上花火》——戴上头显，回到我们 QQ 空间、花火杂志的那个夏天。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它不是一个要赢的游戏，是一座可以走进去的、属于一代人的记忆博物馆。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怀旧是这几年最强的情绪，但没人让你真正走回去。VR 能做到，这是切入点。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这群人是消费主力又最吃怀旧；线下展览和联名是天然的商业出口。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一进门就该脱口而出：这就是我那时候的房间。靠道具密度而非场景大小堆沉浸。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玩法很轻：自由地翻、看、听。每唤醒一件旧物，得到一片记忆。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每件旧物都是一段记忆的钥匙。开机进 QQ 空间，闪图、签名、空间音乐全回来了；重点还有写一封寄不出的信。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光看会腻，所以设计了两个主动仪式。写信，是把没说出口的话交给那个夏天。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美术是命门。后处理把画面压成一张会动的旧照片，这是和普通 3D 场景最大的区别。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用主流 VR 管线，UI 两种模式都用上，专门做了防眩晕。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结尾让房间在夕阳里褪色、化成光飘散——美好转瞬即逝，完成对青春的告别。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声音是怀旧的另一半。年代金曲用原创致敬版，规避版权又保留那个味道。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它不止是作业：怀旧自带传播力，线下展览和联名是清晰的落地路径。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《纸上花火》——把一代人的青春，温柔地收藏一次。谢谢大家。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