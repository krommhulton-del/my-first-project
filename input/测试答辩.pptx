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基于内容营销的品牌增长研究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答辩人:张三    指导教师:李四    2024年6月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社交媒体改变了信息获取方式</a:t>
            </a:r>
          </a:p>
          <a:p>
            <a:r>
              <a:t>消费者决策路径变长</a:t>
            </a:r>
          </a:p>
          <a:p>
            <a:r>
              <a:t>品牌需要持续内容供给</a:t>
            </a:r>
          </a:p>
          <a:p>
            <a:r>
              <a:t>传统广告转化率下降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问卷调查:回收有效样本 320 份</a:t>
            </a:r>
          </a:p>
          <a:p>
            <a:r>
              <a:t>深度访谈:12 位品牌运营负责人</a:t>
            </a:r>
          </a:p>
          <a:p>
            <a:r>
              <a:t>数据分析:结构方程模型 SEM</a:t>
            </a:r>
          </a:p>
          <a:p>
            <a:r>
              <a:t>案例研究:3 个新消费品牌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内容质量正向影响品牌信任</a:t>
            </a:r>
          </a:p>
          <a:p>
            <a:r>
              <a:t>互动频率是关键中介变量</a:t>
            </a:r>
          </a:p>
          <a:p>
            <a:r>
              <a:t>垂直内容比泛内容转化更高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